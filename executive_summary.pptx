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regenerate from outputs/ by src/make_deck.py. Snapshot dataset with no signup dates, so the split is stratified (seed 42) plus stratified CV rather than time-based; a dated production feed must be re-split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 by contract is descriptive: contract type is observed at snapshot, not assigned at signup, so the 35-month median is not a causal effect of being on month-to-month. Churn Reason comes from the 11.1.3 status module, joined 7,043/7,043 on customerID.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83F"/>
                </a:solidFill>
                <a:latin typeface="Calibri"/>
              </a:rPr>
              <a:t>Who will churn, and what that is 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785"/>
                </a:solidFill>
                <a:latin typeface="Calibri"/>
              </a:rPr>
              <a:t>Logistic Regression + isotonic calibration scored on 1,761 held-out rows that were never used for training or calibration. Probabilities are calibrated, so 0.60 means 60 in 100.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26.5%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BASE CHURN RATE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1,869 of 7,043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9675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5979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0.8495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ROC-AUC, DEPLOYED MODEL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PR-AUC 0.6637; top-decile lift 2.85x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2735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0.1336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BRIER SCORE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was 0.1621 raw, 0.1949 at base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187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981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HIGH-RISK CUSTOMERS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$941,191 of 12-month revenue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Seven models, one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Logistic Regression 0.8493 / PR 0.6625 -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deployed model.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LightGBM tuned with Optuna (15 trials) 0.8472;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PyTorch feedforward network 0.8468.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Everything else: XGBoost 0.837, LightGBM 0.833,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Random Forest 0.828, MLP (sklearn feedforward)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0.763.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The best ensemble, LightGBM (Optuna-tuned) 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0.8472, still lands 0.0021 ROC-AUC below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baseline, so the simplest model is also the best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ranker here - and it wins on the two things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client actually needs: calibrated probabilities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and coefficients a retention manager can read.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Calibration is not cosmetic: isotonic scaling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moved Brier from 0.1621 to 0.1336 and the deployed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artefact is the calibrated pipeline, not the raw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978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Churn is concentrated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978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2434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Contract: 42.7% on month-to-month (n=3,875) vs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11.3% one-year and 2.8% two-year.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Tenure: 47.4% in the first 12 months vs 9.5%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beyond 48.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Payment: 45.3% on electronic check (n=2,365),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largest payment block and the only manual one.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The 981 customers above the 0.60 cut carry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$941,191 of the $5,473,399 12-month book (17%); 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the held-out rows, 71.8% of the customers flagged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at that cut actually churned.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What saving them is worth (scenario)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3036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2492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Operating point chosen by expected profit, not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accuracy: 0.15 maximises scenario profit on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test split.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Contacting the top 50% by score returns $74,611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the scenario.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Assumptions: 30% save rate, $40 per contacted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customer, CLV = 12 x monthly charges.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These are scenarios, not measured uplift. Neither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feed carries an offer, campaign or experiment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field, so the save rate is an input, not a result.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The first piece of new data to buy is a randomised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hold-out.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B7785"/>
                </a:solidFill>
                <a:latin typeface="Calibri"/>
              </a:rPr>
              <a:t>35/35 data-quality checks passed (Pandera schema + manual) - 144 pytest tests - 78-cell executed notebook with 0 errors - 7-page Streamlit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83F"/>
                </a:solidFill>
                <a:latin typeface="Calibri"/>
              </a:rPr>
              <a:t>Why they leave, and where to intervene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B7785"/>
                </a:solidFill>
                <a:latin typeface="Calibri"/>
              </a:rPr>
              <a:t>Survival analysis run in R (survival 3.8.6) and cross-checked against Python lifelines; drivers from SHAP on the tuned LightGBM and permutation importance on the deployed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35 months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MEDIAN SURVIVAL, MONTH-TO-MONTH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One-year and two-year: not reached in follow-up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9675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5979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5.55x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HAZARD RATIO, CONTRACT RISK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95% CI 4.89-6.30, p = 4.7e-154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2735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0.60x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SERVICE COUNT IS PROTECTIVE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each additional service bundled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187" y="1481328"/>
            <a:ext cx="2645587" cy="1133856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 w="9525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1627632"/>
            <a:ext cx="2352979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6FA8"/>
                </a:solidFill>
                <a:latin typeface="Calibri"/>
              </a:rPr>
              <a:t>45.0%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1">
                <a:solidFill>
                  <a:srgbClr val="14283F"/>
                </a:solidFill>
                <a:latin typeface="Calibri"/>
              </a:rPr>
              <a:t>OF CHURNERS LEFT TO A COMPETITOR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6B7785"/>
                </a:solidFill>
                <a:latin typeface="Calibri"/>
              </a:rPr>
              <a:t>841 of 1,869, from the 11.1.3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Drivers the client can act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Tree SHAP: month-to-month contract 0.636 mean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|SHAP|, tenure 0.278, no online security 0.223.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Permutation importance (PR-AUC drop): log total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charges 0.180, internet service 0.088, monthly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charges 0.064.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Cox PH: contract risk 5.55x, bill shock 2.29x,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electronic check 1.64x, 1.025x per extra $1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month.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R and lifelines agree to 2.4e-06 on every hazard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ratio. The proportional-hazards test rejects 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contract risk, so read these as average effects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over follow-up, not constant 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978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Who the model serves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2978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2434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Senior citizens are flagged 27.3% of the time vs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10.6% for non-seniors (2.58x), while their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observed churn is 42.7% vs 23.4% (1.82x).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Recall at the cut: 45.9% senior vs 32.5% non-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senior (+13.4pp). The segment that churns more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receives more of the offers it qualifies for.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Calibration holds either way: 0.42pp vs 0.07pp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mean-prediction gap. Gender: 5.4pp recall spread,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under 1pp calibration gap.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Flagging here means receiving an offer, so unequal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selection is a benefit-allocation question, not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denial. It is still checked per segment rather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than assumed benign.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2834640"/>
            <a:ext cx="35457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83F"/>
                </a:solidFill>
                <a:latin typeface="Calibri"/>
              </a:rPr>
              <a:t>Guardrails, and what would break this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3036" y="3090672"/>
            <a:ext cx="3545738" cy="1143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2492" y="3200400"/>
            <a:ext cx="332628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Drift measured on a genuinely different feed (IBM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11.1.3 re-release): score PSI 0.0201 says stable,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PaymentMethod PSI 3.39 says RETRAIN.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The re-release deletes the electronic-check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category: 2,365 rows re-map to bank withdrawal 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electronic_check_flag drops from 0.336 to 0.000.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Realised ROC-AUC still 0.8645 - ranking survived,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the feature did not.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IBM's own Churn Score reaches 0.945 AUC vs our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0.8495, but it encodes the label. It is excluded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from every model and used only as an out-of-sample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yardstick (Spearman 0.362).</a:t>
            </a:r>
          </a:p>
          <a:p>
            <a:pPr algn="l">
              <a:spcBef>
                <a:spcPts val="45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• Next: randomised hold-out to price the offers, 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dated feed with a time-based split, and 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upstream agreement on the payment and contract re-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2C2C2C"/>
                </a:solidFill>
                <a:latin typeface="Calibri"/>
              </a:rPr>
              <a:t>   codes before scoring reaches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6B7785"/>
                </a:solidFill>
                <a:latin typeface="Calibri"/>
              </a:rPr>
              <a:t>Neither feed carries support calls, logins, usage, complaints or payment-delay fields. Bill shock, contract-remaining and RFM are proxies built from the 21 columns that do exist, and are labelled as such.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